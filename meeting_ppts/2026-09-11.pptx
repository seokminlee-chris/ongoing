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c30ecd51ef4b7c" /><Relationship Type="http://schemas.openxmlformats.org/officeDocument/2006/relationships/extended-properties" Target="/docProps/app.xml" Id="R11587284cb76435a" /><Relationship Type="http://schemas.openxmlformats.org/officeDocument/2006/relationships/officeDocument" Target="/ppt/presentation.xml" Id="R3b57b40b1c5048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5b98c8078e4590"/>
  </p:sldMasterIdLst>
  <p:notesMasterIdLst>
    <p:notesMasterId xmlns:r="http://schemas.openxmlformats.org/officeDocument/2006/relationships" r:id="R77e79dc17b494b9f"/>
  </p:notesMasterIdLst>
  <p:sldIdLst>
    <p:sldId xmlns:r="http://schemas.openxmlformats.org/officeDocument/2006/relationships" id="256" r:id="R124e02efd7304945"/>
    <p:sldId xmlns:r="http://schemas.openxmlformats.org/officeDocument/2006/relationships" id="257" r:id="Rdbec672eaede4524"/>
    <p:sldId xmlns:r="http://schemas.openxmlformats.org/officeDocument/2006/relationships" id="258" r:id="Rad13cd54d19e493d"/>
    <p:sldId xmlns:r="http://schemas.openxmlformats.org/officeDocument/2006/relationships" id="259" r:id="R220e7431049e4ac1"/>
    <p:sldId xmlns:r="http://schemas.openxmlformats.org/officeDocument/2006/relationships" id="260" r:id="Re58af5f683f44aef"/>
    <p:sldId xmlns:r="http://schemas.openxmlformats.org/officeDocument/2006/relationships" id="261" r:id="R2e5804795f90470a"/>
    <p:sldId xmlns:r="http://schemas.openxmlformats.org/officeDocument/2006/relationships" id="262" r:id="R2b36c2cfb7854a63"/>
    <p:sldId xmlns:r="http://schemas.openxmlformats.org/officeDocument/2006/relationships" id="263" r:id="R53840facc3234c78"/>
    <p:sldId xmlns:r="http://schemas.openxmlformats.org/officeDocument/2006/relationships" id="264" r:id="Rb360f9e196d94af9"/>
    <p:sldId xmlns:r="http://schemas.openxmlformats.org/officeDocument/2006/relationships" id="265" r:id="R35aebd74b4974d76"/>
    <p:sldId xmlns:r="http://schemas.openxmlformats.org/officeDocument/2006/relationships" id="266" r:id="R568ba05f528246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4902e8a0c04911" /><Relationship Type="http://schemas.openxmlformats.org/officeDocument/2006/relationships/slideMaster" Target="/ppt/slideMasters/slideMaster1.xml" Id="R635b98c8078e4590" /><Relationship Type="http://schemas.openxmlformats.org/officeDocument/2006/relationships/notesMaster" Target="/ppt/notesMasters/notesMaster1.xml" Id="R77e79dc17b494b9f" /><Relationship Type="http://schemas.openxmlformats.org/officeDocument/2006/relationships/presProps" Target="/ppt/presProps.xml" Id="R151190b3d6a8451d" /><Relationship Type="http://schemas.openxmlformats.org/officeDocument/2006/relationships/tableStyles" Target="/ppt/tableStyles.xml" Id="Radc7068cf0e24528" /><Relationship Type="http://schemas.openxmlformats.org/officeDocument/2006/relationships/slide" Target="/ppt/slides/slide1.xml" Id="R124e02efd7304945" /><Relationship Type="http://schemas.openxmlformats.org/officeDocument/2006/relationships/slide" Target="/ppt/slides/slide2.xml" Id="Rdbec672eaede4524" /><Relationship Type="http://schemas.openxmlformats.org/officeDocument/2006/relationships/slide" Target="/ppt/slides/slide3.xml" Id="Rad13cd54d19e493d" /><Relationship Type="http://schemas.openxmlformats.org/officeDocument/2006/relationships/slide" Target="/ppt/slides/slide4.xml" Id="R220e7431049e4ac1" /><Relationship Type="http://schemas.openxmlformats.org/officeDocument/2006/relationships/slide" Target="/ppt/slides/slide5.xml" Id="Re58af5f683f44aef" /><Relationship Type="http://schemas.openxmlformats.org/officeDocument/2006/relationships/slide" Target="/ppt/slides/slide6.xml" Id="R2e5804795f90470a" /><Relationship Type="http://schemas.openxmlformats.org/officeDocument/2006/relationships/slide" Target="/ppt/slides/slide7.xml" Id="R2b36c2cfb7854a63" /><Relationship Type="http://schemas.openxmlformats.org/officeDocument/2006/relationships/slide" Target="/ppt/slides/slide8.xml" Id="R53840facc3234c78" /><Relationship Type="http://schemas.openxmlformats.org/officeDocument/2006/relationships/slide" Target="/ppt/slides/slide9.xml" Id="Rb360f9e196d94af9" /><Relationship Type="http://schemas.openxmlformats.org/officeDocument/2006/relationships/slide" Target="/ppt/slides/slide10.xml" Id="R35aebd74b4974d76" /><Relationship Type="http://schemas.openxmlformats.org/officeDocument/2006/relationships/slide" Target="/ppt/slides/slide11.xml" Id="R568ba05f5282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621247a455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0a4d1f41964182" /><Relationship Type="http://schemas.openxmlformats.org/officeDocument/2006/relationships/notesMaster" Target="/ppt/notesMasters/notesMaster1.xml" Id="R2828ac7c029149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164b483f964722" /><Relationship Type="http://schemas.openxmlformats.org/officeDocument/2006/relationships/notesMaster" Target="/ppt/notesMasters/notesMaster1.xml" Id="R6d7f782cf3d24c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526ec48874e1f" /><Relationship Type="http://schemas.openxmlformats.org/officeDocument/2006/relationships/notesMaster" Target="/ppt/notesMasters/notesMaster1.xml" Id="R55a8fe34b8d04a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e2363c57de4804" /><Relationship Type="http://schemas.openxmlformats.org/officeDocument/2006/relationships/notesMaster" Target="/ppt/notesMasters/notesMaster1.xml" Id="Re9b939a953f740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dc8b8b30e245b2" /><Relationship Type="http://schemas.openxmlformats.org/officeDocument/2006/relationships/notesMaster" Target="/ppt/notesMasters/notesMaster1.xml" Id="R08388607ce9d4f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7816d3a730410e" /><Relationship Type="http://schemas.openxmlformats.org/officeDocument/2006/relationships/notesMaster" Target="/ppt/notesMasters/notesMaster1.xml" Id="R569c42861df2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35e09fb2294313" /><Relationship Type="http://schemas.openxmlformats.org/officeDocument/2006/relationships/notesMaster" Target="/ppt/notesMasters/notesMaster1.xml" Id="R57553ea132494c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bd054a6d9d4426" /><Relationship Type="http://schemas.openxmlformats.org/officeDocument/2006/relationships/notesMaster" Target="/ppt/notesMasters/notesMaster1.xml" Id="R99db42a1db3d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a3774c9e4f44cf" /><Relationship Type="http://schemas.openxmlformats.org/officeDocument/2006/relationships/notesMaster" Target="/ppt/notesMasters/notesMaster1.xml" Id="R0e94d09b702e4d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e89b8846324793" /><Relationship Type="http://schemas.openxmlformats.org/officeDocument/2006/relationships/notesMaster" Target="/ppt/notesMasters/notesMaster1.xml" Id="R12a7586869774c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4251eec83b493e" /><Relationship Type="http://schemas.openxmlformats.org/officeDocument/2006/relationships/notesMaster" Target="/ppt/notesMasters/notesMaster1.xml" Id="R3e4d39b23e3a40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5cd87460b41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56ff16c104040" /><Relationship Type="http://schemas.openxmlformats.org/officeDocument/2006/relationships/slideLayout" Target="/ppt/slideLayouts/slideLayout1.xml" Id="R7176c64c571c49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6c64c571c49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b44c2cf2e48cd" /><Relationship Type="http://schemas.openxmlformats.org/officeDocument/2006/relationships/notesSlide" Target="/ppt/notesSlides/notesSlide1.xml" Id="R0f7ef36ae9d545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66d609bf04fcd" /><Relationship Type="http://schemas.openxmlformats.org/officeDocument/2006/relationships/notesSlide" Target="/ppt/notesSlides/notesSlide2.xml" Id="R3b0cf1d170d84b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3b36c49624365" /><Relationship Type="http://schemas.openxmlformats.org/officeDocument/2006/relationships/chart" Target="/ppt/slides/charts/chart1.xml" Id="R48b1023582004a34" /><Relationship Type="http://schemas.openxmlformats.org/officeDocument/2006/relationships/notesSlide" Target="/ppt/notesSlides/notesSlide3.xml" Id="Ra7d2981176b947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074c51ab14d6d" /><Relationship Type="http://schemas.openxmlformats.org/officeDocument/2006/relationships/notesSlide" Target="/ppt/notesSlides/notesSlide4.xml" Id="R1b563e44ce24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b944dded04f68" /><Relationship Type="http://schemas.openxmlformats.org/officeDocument/2006/relationships/chart" Target="/ppt/slides/charts/chart2.xml" Id="R7c04802db7d248f9" /><Relationship Type="http://schemas.openxmlformats.org/officeDocument/2006/relationships/notesSlide" Target="/ppt/notesSlides/notesSlide5.xml" Id="R0137c51cb13344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02b540b8e407b" /><Relationship Type="http://schemas.openxmlformats.org/officeDocument/2006/relationships/notesSlide" Target="/ppt/notesSlides/notesSlide6.xml" Id="R12ddc4d9020a46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9b9f94869479b" /><Relationship Type="http://schemas.openxmlformats.org/officeDocument/2006/relationships/notesSlide" Target="/ppt/notesSlides/notesSlide7.xml" Id="R6126c5c4849f4d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a898565634ac3" /><Relationship Type="http://schemas.openxmlformats.org/officeDocument/2006/relationships/notesSlide" Target="/ppt/notesSlides/notesSlide8.xml" Id="Re33d7de0d9ce42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34a1039544b49" /><Relationship Type="http://schemas.openxmlformats.org/officeDocument/2006/relationships/notesSlide" Target="/ppt/notesSlides/notesSlide9.xml" Id="Rd45b6eb56e834a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289c5966f4a7a" /><Relationship Type="http://schemas.openxmlformats.org/officeDocument/2006/relationships/notesSlide" Target="/ppt/notesSlides/notesSlide10.xml" Id="Rd8191a94279040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bd5d513fb4623" /><Relationship Type="http://schemas.openxmlformats.org/officeDocument/2006/relationships/notesSlide" Target="/ppt/notesSlides/notesSlide11.xml" Id="Rd28ba28c561f468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2E67F8"/>
            </a:solidFill>
          </c:spPr>
          <c:cat>
            <c:strRef>
              <c:f>'Chart Data'!$A$2:$A$7</c:f>
              <c:strCache>
                <c:ptCount val="6"/>
                <c:pt idx="0">
                  <c:v>VLA grasp fail</c:v>
                </c:pt>
                <c:pt idx="1">
                  <c:v>VLA grounding fail</c:v>
                </c:pt>
                <c:pt idx="2">
                  <c:v>VLA motion / place fail</c:v>
                </c:pt>
                <c:pt idx="3">
                  <c:v>VLM judge fail</c:v>
                </c:pt>
                <c:pt idx="4">
                  <c:v>VLM planner fail</c:v>
                </c:pt>
                <c:pt idx="5">
                  <c:v>Working memory needed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29</c:v>
                </c:pt>
                <c:pt idx="1">
                  <c:v>25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F59E42"/>
            </a:solidFill>
          </c:spPr>
          <c:cat>
            <c:strRef>
              <c:f>'Chart Data'!$A$2:$A$6</c:f>
              <c:strCache>
                <c:ptCount val="5"/>
                <c:pt idx="0">
                  <c:v>VLA grounding fail</c:v>
                </c:pt>
                <c:pt idx="1">
                  <c:v>VLA grasp fail</c:v>
                </c:pt>
                <c:pt idx="2">
                  <c:v>Simulation bug</c:v>
                </c:pt>
                <c:pt idx="3">
                  <c:v>VLA place / motion</c:v>
                </c:pt>
                <c:pt idx="4">
                  <c:v>Working memory needed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45</c:v>
                </c:pt>
                <c:pt idx="1">
                  <c:v>36</c:v>
                </c:pt>
                <c:pt idx="2">
                  <c:v>12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8B447-E242-46BA-8B07-3B40144D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6BFEB-4348-4DC8-B33B-053E64A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Robotics Agent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4E91C-8AA8-4810-9266-12A3E5A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C8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8C8E2"/>
                </a:solidFill>
                <a:latin typeface="Aptos"/>
                <a:ea typeface="Aptos"/>
                <a:cs typeface="Aptos"/>
              </a:rPr>
              <a:t>Weekly progress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2A984-2BAE-4DBF-B151-7F1D621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MONDAY  —  THURSDAY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3E716-3205-4073-B96B-41547D7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2026.09.11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E8792-73F8-41D9-B650-240A4C76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8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C8E2"/>
                </a:solidFill>
                <a:latin typeface="Aptos"/>
                <a:ea typeface="Aptos"/>
                <a:cs typeface="Aptos"/>
              </a:rPr>
              <a:t>이석민</a:t>
            </a:r>
          </a:p>
        </p:txBody>
      </p:sp>
    </p:spTree>
    <p:extLst>
      <p:ext uri="{BB962C8B-B14F-4D97-AF65-F5344CB8AC3E}">
        <p14:creationId xmlns:p14="http://schemas.microsoft.com/office/powerpoint/2010/main" val="1837959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501CE-11C0-4D76-BECE-CE7945C7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1012A-59D5-4C54-811C-B4291B1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This week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8448B-2A74-43CB-B2A8-EED46DA3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7E4BC-CC5C-4834-ADC2-0288635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0611F-8485-422A-A02C-6E43DE42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D7531-899D-4BEA-820F-11CCB21C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62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RoboVoLo-Vague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77DDC-BC01-419A-A280-870C573E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Failure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8CE6F-35F2-4E1C-BDA3-F09882B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0725-AE64-4665-90D0-C4B34435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TUE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9B95B-A792-4C22-9A8D-7CDD2D4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908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RoboVoLo-Memory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C8665-1080-45E4-8C0A-DF9C24F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908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Failure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04D55-57DB-4F2E-BCA0-835056E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E0BBC-60EE-4D1E-B63F-272667B6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C4A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EC4A6"/>
                </a:solidFill>
                <a:latin typeface="Aptos"/>
                <a:ea typeface="Aptos"/>
                <a:cs typeface="Aptos"/>
              </a:rPr>
              <a:t>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62BA4-290A-4121-83E7-FCA557EF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RoboMME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9E0B9-B21A-4B84-A720-735627D4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Migration begins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3EE29-D331-4714-9789-6B92E112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466BD-3302-4C4E-95F8-B2513E2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9E42"/>
                </a:solidFill>
                <a:latin typeface="Aptos"/>
                <a:ea typeface="Aptos"/>
                <a:cs typeface="Aptos"/>
              </a:rPr>
              <a:t>THU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9CFF3-75F4-48A6-B803-3C8BEE94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482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RoboMME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5977C-2229-4784-B8E2-E7442647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48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Pipeline test and stop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426E3-330C-490E-A7BF-B07EB1F6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The week moved from benchmark-level diagnosis to a broader question about VLA robustness.</a:t>
            </a:r>
          </a:p>
        </p:txBody>
      </p:sp>
    </p:spTree>
    <p:extLst>
      <p:ext uri="{BB962C8B-B14F-4D97-AF65-F5344CB8AC3E}">
        <p14:creationId xmlns:p14="http://schemas.microsoft.com/office/powerpoint/2010/main" val="1411890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AB000-0E16-406D-9A8D-F8777508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MONDAY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20A4E-6688-487A-9AB7-1AAB7315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RoboVoLo-Vague failures were dominated by the VLA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47A7D-6578-48DB-9D80-CA960745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0483B-EBE2-4FE3-A576-C192F844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b1023582004a3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51135-95F9-4069-96D5-5F9CA187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7732F-8E61-43C7-AD2A-C4615113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VLA execution failures</a:t>
            </a:r>
          </a:p>
          <a:p xmlns:a="http://schemas.openxmlformats.org/drawingml/2006/main">
            <a:pPr>
              <a:defRPr sz="1350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(grasp + grounding + motion/place)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6C9E0-EDB2-4BE1-8F7E-0E1FB654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148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The main bottleneck appeared before orchestration could help.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C8A7-B7C8-41EA-94C5-BDF01FED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Counts are qualitative failure-analysis annotations from the supplied RoboVoLo-Vague review. Success pattern count: 15.</a:t>
            </a:r>
          </a:p>
        </p:txBody>
      </p:sp>
    </p:spTree>
    <p:extLst>
      <p:ext uri="{BB962C8B-B14F-4D97-AF65-F5344CB8AC3E}">
        <p14:creationId xmlns:p14="http://schemas.microsoft.com/office/powerpoint/2010/main" val="1729470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3E7E0-E98F-4A28-9A84-25431B4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MONDAY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2D058-C4E8-4C71-8C14-7468D32E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What the Monday failures looked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8D454-3080-46B1-9ABE-EF7EA312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D3783-6A75-44F4-A2D9-B9D0C16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EEB35-6E10-472B-8B33-45F278CF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5B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95B5B"/>
                </a:solidFill>
                <a:latin typeface="Aptos"/>
                <a:ea typeface="Aptos"/>
                <a:cs typeface="Aptos"/>
              </a:rPr>
              <a:t>GRASP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1513A-FCD5-44E9-9279-B331B6D5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4476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Wrong approach pose or orientation</a:t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Gripper sometimes never closes</a:t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Cube edges and vertices are frequent failure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E3EA0-472B-4EF0-9E61-F4CC25D9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42"/>
                </a:solidFill>
                <a:latin typeface="Aptos"/>
                <a:ea typeface="Aptos"/>
                <a:cs typeface="Aptos"/>
              </a:rPr>
              <a:t>GROUNDING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BE721-B762-4B68-88C2-12DD2549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4333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VLA freezes in mid-air</a:t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or moves toward an unrelated target 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4663F-A09C-4FF0-AC02-7346D8CD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80AC8-F567-4BBF-814A-2623D7E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Planner and judge errors existed, but improving them alone could not offset weak low-level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5DB8D-AA21-4D78-98D5-23989A43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E67F8"/>
                </a:solidFill>
                <a:latin typeface="Aptos"/>
                <a:ea typeface="Aptos"/>
                <a:cs typeface="Aptos"/>
              </a:rPr>
              <a:t>One positive signal: pick-and-place / place instructions worked better than pick-only subtasks.</a:t>
            </a:r>
          </a:p>
        </p:txBody>
      </p:sp>
    </p:spTree>
    <p:extLst>
      <p:ext uri="{BB962C8B-B14F-4D97-AF65-F5344CB8AC3E}">
        <p14:creationId xmlns:p14="http://schemas.microsoft.com/office/powerpoint/2010/main" val="770740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61A50-3D37-4701-B30D-B30A562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TUESDAY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51232-1292-4BE9-9CEC-389A878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RoboVoLo-Memory showed the same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1D637-E01F-4589-AA72-6EFF7300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0BFB2-AA33-4780-899F-AABC6099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6858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04802db7d248f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03CFF-B77C-470D-8338-C0AFB3C7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28871-1E31-4CED-8E87-3A352D7A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grounding + grasp failures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8844A-D6D5-431A-AFF2-4B0A942B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528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42"/>
                </a:solidFill>
                <a:latin typeface="Aptos"/>
                <a:ea typeface="Aptos"/>
                <a:cs typeface="Aptos"/>
              </a:rPr>
              <a:t>Memory problems became visible,</a:t>
            </a:r>
          </a:p>
          <a:p xmlns:a="http://schemas.openxmlformats.org/drawingml/2006/main">
            <a:pPr>
              <a:defRPr sz="1950" b="1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42"/>
                </a:solidFill>
                <a:latin typeface="Aptos"/>
                <a:ea typeface="Aptos"/>
                <a:cs typeface="Aptos"/>
              </a:rPr>
              <a:t>but the VLA still failed more often.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EE51E-915D-48F6-963A-F6DCC8CD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Counts are qualitative failure-analysis annotations from the supplied RoboVoLo-Memory review.</a:t>
            </a:r>
          </a:p>
        </p:txBody>
      </p:sp>
    </p:spTree>
    <p:extLst>
      <p:ext uri="{BB962C8B-B14F-4D97-AF65-F5344CB8AC3E}">
        <p14:creationId xmlns:p14="http://schemas.microsoft.com/office/powerpoint/2010/main" val="986105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80F0F-AB13-49DD-9A24-EB66DE47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TUESDAY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053BA-2F00-4C3F-82D3-9CECB3E9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useful agent problem: stateful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31530-CCD0-4FC0-845A-F967D72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F4551-36AD-4E54-9DBF-1E62A965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AA761-5490-4293-A1E8-DC8179E2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000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92C7F-227C-461C-A673-1F3C62DD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2EE41-EBF6-40E6-8437-E1113E7F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What is visible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F8D72-E1F8-42D1-A5F5-8313558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3961A-B641-471A-8687-7C144504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000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9C08A-72B6-4C20-A912-FBF715C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288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693D5-8B3A-41B6-BCA8-EDF1C4F0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194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What was attempted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CDAB1-A2D7-4684-941E-65973DCE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3EA98-7874-41FB-AD54-1AA94AE1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2000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A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C5599-27E6-4CF4-B330-227098E9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C4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C4A6"/>
                </a:solidFill>
                <a:latin typeface="Aptos"/>
                <a:ea typeface="Aptos"/>
                <a:cs typeface="Aptos"/>
              </a:rPr>
              <a:t>OBJECT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3E59B-F76F-4D30-8283-AF36B94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Which item moved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FD081-3070-49D5-A1ED-4B2A0611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7FE49-883E-4743-994B-EBF23FE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2000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74B59-2DC6-4A3F-B665-C00955DE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288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E254E-199B-460C-89FC-78CAB665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Continue or replan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92995-99A6-4A21-9DD5-E276023E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Why current memory is insufficient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BB043-8A9A-437D-968D-CA1D6F33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000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Repeated subtasks become indistinguishable.</a:t>
            </a:r>
          </a:p>
          <a:p xmlns:a="http://schemas.openxmlformats.org/drawingml/2006/main"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Planning history cannot recover object identity after an accidental move.</a:t>
            </a:r>
          </a:p>
          <a:p xmlns:a="http://schemas.openxmlformats.org/drawingml/2006/main">
            <a:pPr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Tool selection based only on the current frame cannot tell progress from failure.</a:t>
            </a:r>
          </a:p>
        </p:txBody>
      </p:sp>
    </p:spTree>
    <p:extLst>
      <p:ext uri="{BB962C8B-B14F-4D97-AF65-F5344CB8AC3E}">
        <p14:creationId xmlns:p14="http://schemas.microsoft.com/office/powerpoint/2010/main" val="5477965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C0986-4F13-4E25-9605-17EFA533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WEDNESDAY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37294-F956-44FE-8EB5-FFBBAFC0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RoboMME as a cleaner orchestration testbed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74B0D-9A55-4C8A-8171-C09574AB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4DE8D-FCE7-4B63-8598-A21C8CA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09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F2B7C-3A81-4402-BAAB-23446AFC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move?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6819C-4433-480E-ABEF-53E14B23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7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7F7"/>
                </a:solidFill>
                <a:latin typeface="Aptos"/>
                <a:ea typeface="Aptos"/>
                <a:cs typeface="Aptos"/>
              </a:rPr>
              <a:t>• RoboVoLo failures mostly came from the VLA, not the orchestrator.</a:t>
            </a:r>
          </a:p>
          <a:p xmlns:a="http://schemas.openxmlformats.org/drawingml/2006/main">
            <a:pPr>
              <a:defRPr sz="1650" b="0">
                <a:solidFill>
                  <a:srgbClr val="DCE7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7F7"/>
                </a:solidFill>
                <a:latin typeface="Aptos"/>
                <a:ea typeface="Aptos"/>
                <a:cs typeface="Aptos"/>
              </a:rPr>
              <a:t>• RoboMME provides task-specific fine-tuned VLA checkpoints.</a:t>
            </a:r>
          </a:p>
          <a:p xmlns:a="http://schemas.openxmlformats.org/drawingml/2006/main">
            <a:pPr>
              <a:defRPr sz="1650" b="0">
                <a:solidFill>
                  <a:srgbClr val="DCE7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7F7"/>
                </a:solidFill>
                <a:latin typeface="Aptos"/>
                <a:ea typeface="Aptos"/>
                <a:cs typeface="Aptos"/>
              </a:rPr>
              <a:t>• Demo review suggested few VLA failures on the expected task trajectories.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23A5E-DAD2-4576-B435-297C994B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531A3-72D6-4015-9440-38D10805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52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Planned research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19849-D3DE-4788-8B25-262662F2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8DD40-D1C9-48D5-8305-6EC85DB0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907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Analyze GroundedSG + QwenVL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A629A-6692-4BA2-AAA1-94B0E8DF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D0CA2-DAB1-4E0E-ADE0-5620F5B6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Add VoLoAgent orchestration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CF52B-6DBF-40EA-A77F-ACBB0C8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481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B467E-A10D-4C46-9FDC-8E62647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385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failures before and 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42BE6-6099-4217-A8D7-23FEBFF4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72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7DEB3-CF7B-4DE5-9747-E40A5B20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624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 the remaining agent problem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1F5F5-E401-4682-A5DB-8CBBA98D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Initial hypothesis: if the VLA follows revised subgoals, better orchestration should translate into higher task success.</a:t>
            </a:r>
          </a:p>
        </p:txBody>
      </p:sp>
    </p:spTree>
    <p:extLst>
      <p:ext uri="{BB962C8B-B14F-4D97-AF65-F5344CB8AC3E}">
        <p14:creationId xmlns:p14="http://schemas.microsoft.com/office/powerpoint/2010/main" val="1442922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A6984-BE3A-416B-883A-DE9653E2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THURSDAY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ECAC1-248F-4C1D-AEFC-CCFA1E53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VoLoAgent on RoboMME: end-to-end pipeline reached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26671-5D37-4786-965F-CA80C563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FBB41-3034-4A49-A8EA-55F6E712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6AC65-0644-4F5D-A44F-9842664A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A9D58-6BF4-4018-9564-278972F3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DECOMPOSE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9B963-ECE8-4566-9011-A1222799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Subgoals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5FCBC-D796-4ABA-8AAE-B6681553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05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9E89E-A80C-478E-B6B0-7F29AC38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526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EF1B4-554A-4675-8BB8-8C52672A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4A963-D07F-4717-95F1-7A5E6FF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π0.5 VLA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AB68F-E398-4400-B4C7-B33E6F8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05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899BD-C8B8-4225-B7DE-6B340D4A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526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A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9389D-9B2E-49B8-A185-EB319838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24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C4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C4A6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30D2D-8B2B-40B4-89FD-8F54C691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Qwen3-VL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5100C-521B-44DE-8553-F50EA2C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05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79FA3-0AE0-4E13-8B4B-D7EF4A68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D9FE7-E896-4AE1-B043-9B48BB93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24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ESCALATE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84583-CD7F-42B2-983D-FACAC400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051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Grasp / place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3CF05-2E69-41E8-81DF-120A50DA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05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D6189-1B68-4E7D-ADBE-38F5574A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526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82223-504A-4BD8-A730-8C21FE71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REPLAN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38D78-4DF6-445C-B336-078EAE12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051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New subgoal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1FD66-96A0-4B4B-8F9A-FC479CE8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C4A6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98C55-F470-4245-B928-D01F3E66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VLA execution and VLM monitoring ran in the full pipeline.</a:t>
            </a:r>
          </a:p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Local Qwen3-VL routing and lazy subgoal generation were fixed.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9A3FC-C387-4A2F-92CD-72432BF0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42"/>
                </a:solidFill>
                <a:latin typeface="Aptos"/>
                <a:ea typeface="Aptos"/>
                <a:cs typeface="Aptos"/>
              </a:rPr>
              <a:t>Not yet confirmed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1D21E-44B7-406A-A0FF-9F0A3D9E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No real escalation call occurred inside the full pipeline.</a:t>
            </a:r>
          </a:p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Grasp threshold and place calibration still required validation.</a:t>
            </a:r>
          </a:p>
        </p:txBody>
      </p:sp>
    </p:spTree>
    <p:extLst>
      <p:ext uri="{BB962C8B-B14F-4D97-AF65-F5344CB8AC3E}">
        <p14:creationId xmlns:p14="http://schemas.microsoft.com/office/powerpoint/2010/main" val="1959391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88BB3-B431-4EBA-BE68-DA040ABF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THURSDAY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BAE4C-244C-415D-A318-F8158485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recovery test broke the core assumption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48F9-3FB8-45C0-9C77-AA426CE0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B31F0-7CEE-400A-A173-E087E94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C6517-E481-407B-8381-DC184ECB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EXPECTED TRAJECTORY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567D2-CA6D-4161-A5FE-676C8E8C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“Pick up the blue object”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4213D-EF5F-4067-AC06-D67388C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5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5B5B"/>
                </a:solidFill>
                <a:latin typeface="Aptos"/>
                <a:ea typeface="Aptos"/>
                <a:cs typeface="Aptos"/>
              </a:rPr>
              <a:t>MID-EXECUTION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77673-7974-465B-8170-31668D91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95B5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95B5B"/>
                </a:solidFill>
                <a:latin typeface="Aptos"/>
                <a:ea typeface="Aptos"/>
                <a:cs typeface="Aptos"/>
              </a:rPr>
              <a:t>“Now pick up the green object”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FAAD1-65FB-4BA6-8ACB-91E8D91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19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3F54B-8818-434F-B6AE-3F8E7B56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Observed 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3ADD0-8A0E-420F-90F0-F3AC208D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286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The policy failed to switch targets and could not recover.</a:t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It sometimes executed an unrequested action, such as moving toward a button.</a:t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Task-specific fine-tuning did not provide robustness to small deviations.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5096C-5E5B-42BF-A7ED-11D03C5F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9582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95B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95B5B"/>
                </a:solidFill>
                <a:latin typeface="Aptos"/>
                <a:ea typeface="Aptos"/>
                <a:cs typeface="Aptos"/>
              </a:rPr>
              <a:t>Experiment stopped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187B5-3E58-47A4-8B86-FAABC7C5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The issue sits in VLA behavior, beyond orchestrator code or tool calibration.</a:t>
            </a:r>
          </a:p>
        </p:txBody>
      </p:sp>
    </p:spTree>
    <p:extLst>
      <p:ext uri="{BB962C8B-B14F-4D97-AF65-F5344CB8AC3E}">
        <p14:creationId xmlns:p14="http://schemas.microsoft.com/office/powerpoint/2010/main" val="893376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6AEC0-13FD-4AC3-87A4-32BD39C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7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7F8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774A1-4FC4-4521-B4C2-2FA22688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direction reset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70C0A-C1C0-4D1C-896A-E3AA964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4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DF429-575E-4A80-AC52-929070DF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09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2AC60-471D-46F6-B031-F5C9A3CC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Core 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275A6-B85F-4AE9-8CD4-E4D54902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VLA remains the bottleneck.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VoLoAgent orchestration cannot progress in this setting.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Next: improve the VLA, or remove it with an ASPIRE-like approach.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22028-4348-4747-BDD6-D9380F55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662BC-B300-4C26-8DA9-DBB37686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42"/>
                </a:solidFill>
                <a:latin typeface="Aptos"/>
                <a:ea typeface="Aptos"/>
                <a:cs typeface="Aptos"/>
              </a:rPr>
              <a:t>Likely cause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0758D-D02D-486C-96E6-873682B5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7F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7F7"/>
                </a:solidFill>
                <a:latin typeface="Aptos"/>
                <a:ea typeface="Aptos"/>
                <a:cs typeface="Aptos"/>
              </a:rPr>
              <a:t>Imitation-learning trajectories mostly cover oracle paths, so target changes and recovery are out of distribution.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48FE5-360A-48D9-9D02-CAE11C75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C4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C4A6"/>
                </a:solidFill>
                <a:latin typeface="Aptos"/>
                <a:ea typeface="Aptos"/>
                <a:cs typeface="Aptos"/>
              </a:rPr>
              <a:t>Next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EB07B-9FC5-4C41-844D-3F5CE247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7F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7F7"/>
                </a:solidFill>
                <a:latin typeface="Aptos"/>
                <a:ea typeface="Aptos"/>
                <a:cs typeface="Aptos"/>
              </a:rPr>
              <a:t>Can recovery trajectories, or a different VLA architecture and inference strategy, make replanning executable?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5D565-3B72-4EC5-821C-4AC1973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4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485"/>
                </a:solidFill>
                <a:latin typeface="Aptos"/>
                <a:ea typeface="Aptos"/>
                <a:cs typeface="Aptos"/>
              </a:rPr>
              <a:t>Priority for the next session: validate the VLA OOD hypothesis and redefine the project around recovery-capable policies.</a:t>
            </a:r>
          </a:p>
        </p:txBody>
      </p:sp>
    </p:spTree>
    <p:extLst>
      <p:ext uri="{BB962C8B-B14F-4D97-AF65-F5344CB8AC3E}">
        <p14:creationId xmlns:p14="http://schemas.microsoft.com/office/powerpoint/2010/main" val="7614957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17084-1994-42C8-9483-AA489FD9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5CB4F-6306-4741-9715-E9F6C4E4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37460-9FD0-4FB2-93A6-B29D90EC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385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8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8C8E2"/>
                </a:solidFill>
                <a:latin typeface="Aptos"/>
                <a:ea typeface="Aptos"/>
                <a:cs typeface="Aptos"/>
              </a:rPr>
              <a:t>Robotics Agent Project Meeting</a:t>
            </a:r>
          </a:p>
        </p:txBody>
      </p:sp>
    </p:spTree>
    <p:extLst>
      <p:ext uri="{BB962C8B-B14F-4D97-AF65-F5344CB8AC3E}">
        <p14:creationId xmlns:p14="http://schemas.microsoft.com/office/powerpoint/2010/main" val="1837645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2026-09-11T00:42:15.5580000Z</dcterms:created>
  <dcterms:modified xsi:type="dcterms:W3CDTF">2026-09-11T00:42:15.5580000Z</dcterms:modified>
</coreProperties>
</file>